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Heebo" pitchFamily="2" charset="-79"/>
      <p:regular r:id="rId10"/>
      <p:bold r:id="rId11"/>
    </p:embeddedFont>
    <p:embeddedFont>
      <p:font typeface="Heebo Light" pitchFamily="2" charset="-79"/>
      <p:regular r:id="rId12"/>
    </p:embeddedFont>
    <p:embeddedFont>
      <p:font typeface="Heebo SemiBold" panose="020B0604020202020204" charset="-79"/>
      <p:regular r:id="rId13"/>
    </p:embeddedFont>
    <p:embeddedFont>
      <p:font typeface="Inter T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lash Vadlakonda" userId="19072577b7d68c6a" providerId="LiveId" clId="{AC38CEF1-645C-47A4-89E6-8C9B8FB88253}"/>
    <pc:docChg chg="modSld">
      <pc:chgData name="Kailash Vadlakonda" userId="19072577b7d68c6a" providerId="LiveId" clId="{AC38CEF1-645C-47A4-89E6-8C9B8FB88253}" dt="2026-10-03T06:47:23.122" v="74" actId="113"/>
      <pc:docMkLst>
        <pc:docMk/>
      </pc:docMkLst>
      <pc:sldChg chg="addSp modSp mod">
        <pc:chgData name="Kailash Vadlakonda" userId="19072577b7d68c6a" providerId="LiveId" clId="{AC38CEF1-645C-47A4-89E6-8C9B8FB88253}" dt="2026-10-03T06:47:23.122" v="74" actId="113"/>
        <pc:sldMkLst>
          <pc:docMk/>
          <pc:sldMk cId="0" sldId="256"/>
        </pc:sldMkLst>
        <pc:spChg chg="mod">
          <ac:chgData name="Kailash Vadlakonda" userId="19072577b7d68c6a" providerId="LiveId" clId="{AC38CEF1-645C-47A4-89E6-8C9B8FB88253}" dt="2026-10-03T06:47:23.122" v="74" actId="113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Kailash Vadlakonda" userId="19072577b7d68c6a" providerId="LiveId" clId="{AC38CEF1-645C-47A4-89E6-8C9B8FB88253}" dt="2026-10-03T06:47:10.820" v="73" actId="1035"/>
          <ac:picMkLst>
            <pc:docMk/>
            <pc:sldMk cId="0" sldId="256"/>
            <ac:picMk id="7" creationId="{FA2486F5-F97F-23FE-AF8E-6AC79E7981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9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Flight Route Planner as a new standard for flight discovery and booking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consumers face cognitive overload when comparing multi-airport hubs and layovers.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calm workspace aggregates disparate data streams into a single high-fidelity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real-time dynamic re-ranking capability that saves users from resetting query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intuitive stages from query initiation to ongoing itinerary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side-by-side comparison matrix demonstrating the value of our decision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contact information and an invitation for questions or investment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9968" y="2989858"/>
            <a:ext cx="9651759" cy="2804120"/>
          </a:xfrm>
          <a:prstGeom prst="roundRect">
            <a:avLst>
              <a:gd name="adj" fmla="val 21739"/>
            </a:avLst>
          </a:prstGeom>
          <a:solidFill>
            <a:srgbClr val="EEEEF2"/>
          </a:solidFill>
          <a:ln w="19050">
            <a:solidFill>
              <a:srgbClr val="AFC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90615" y="3313708"/>
            <a:ext cx="941046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44444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NEXT-GENERATION TRAVEL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5408" y="3349228"/>
            <a:ext cx="8800880" cy="1409700"/>
          </a:xfrm>
          <a:prstGeom prst="rect">
            <a:avLst/>
          </a:prstGeom>
          <a:noFill/>
          <a:ln/>
        </p:spPr>
        <p:txBody>
          <a:bodyPr wrap="none" lIns="0" tIns="234944" rIns="0" bIns="234944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1D1D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Flight Route Planner</a:t>
            </a:r>
            <a:endParaRPr lang="en-US" sz="7400" b="1" dirty="0"/>
          </a:p>
        </p:txBody>
      </p:sp>
      <p:sp>
        <p:nvSpPr>
          <p:cNvPr id="5" name="Text 3"/>
          <p:cNvSpPr/>
          <p:nvPr/>
        </p:nvSpPr>
        <p:spPr>
          <a:xfrm>
            <a:off x="1390615" y="4660503"/>
            <a:ext cx="941046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 ANIKETH HEMANT KAILASH SAMPATH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486F5-F97F-23FE-AF8E-6AC79E798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0"/>
            <a:ext cx="12192000" cy="1838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23764"/>
            <a:ext cx="127403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40710" y="1223764"/>
            <a:ext cx="350372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Industry Friction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557734"/>
            <a:ext cx="5234849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Travel planning is still too fragmented.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2988568"/>
            <a:ext cx="52348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Modern flight shoppers juggle a dozen browser tabs just to evaluate one journey. Critical details like terminal transfers, self-transfers, and total transit time stay hidden behind disparate search engines.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263330"/>
            <a:ext cx="2541226" cy="1370905"/>
          </a:xfrm>
          <a:prstGeom prst="roundRect">
            <a:avLst>
              <a:gd name="adj" fmla="val 16675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130" y="4320480"/>
            <a:ext cx="2122137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19130" y="5219005"/>
            <a:ext cx="233168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Tabs opened per booking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03207" y="4263330"/>
            <a:ext cx="2541226" cy="1370905"/>
          </a:xfrm>
          <a:prstGeom prst="roundRect">
            <a:avLst>
              <a:gd name="adj" fmla="val 16675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2752" y="4320480"/>
            <a:ext cx="2122137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43</a:t>
            </a:r>
            <a:r>
              <a:rPr lang="en-US" sz="2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12752" y="5219005"/>
            <a:ext cx="233168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Spent reconciling hidden fees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08" y="0"/>
            <a:ext cx="5280587" cy="685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9585" y="6469261"/>
            <a:ext cx="17137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Flight Route Planner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61122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850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706" y="1457424"/>
            <a:ext cx="13262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935019" y="1457424"/>
            <a:ext cx="364709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All-In-One Canvas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51706" y="1791395"/>
            <a:ext cx="5430404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calm workspace for every journey.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151706" y="3222228"/>
            <a:ext cx="5430404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Replace scattered tabs with a single interactive flight surface. Origin, alternate airports, layover corridors, and live price signals converge on one coherent visual timeline.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51706" y="4248150"/>
            <a:ext cx="1708504" cy="1152327"/>
          </a:xfrm>
          <a:prstGeom prst="roundRect">
            <a:avLst>
              <a:gd name="adj" fmla="val 19838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5852" y="4375150"/>
            <a:ext cx="1340213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Smart Input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35852" y="4804966"/>
            <a:ext cx="134021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Multi-city &amp; nearby airport pairing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12607" y="4248150"/>
            <a:ext cx="1708504" cy="1152327"/>
          </a:xfrm>
          <a:prstGeom prst="roundRect">
            <a:avLst>
              <a:gd name="adj" fmla="val 19838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96752" y="4375150"/>
            <a:ext cx="1340213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Route Map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96752" y="4804966"/>
            <a:ext cx="134021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Visual transit paths with layover bars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873507" y="4248150"/>
            <a:ext cx="1708504" cy="1152327"/>
          </a:xfrm>
          <a:prstGeom prst="roundRect">
            <a:avLst>
              <a:gd name="adj" fmla="val 19838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7652" y="4375150"/>
            <a:ext cx="1340213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 Delta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7652" y="4804966"/>
            <a:ext cx="134021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Transparent trade-offs in seconds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43709" y="6469261"/>
            <a:ext cx="17137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Flight Route Planner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8041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70823" y="609600"/>
            <a:ext cx="771128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Priority Weighting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35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Plan the route around what matters most.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1742976"/>
            <a:ext cx="1097252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Every passenger evaluates value differently. Tune ranking parameters instantly without reloading queries or restarting search workflows.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520057"/>
            <a:ext cx="2514537" cy="2556669"/>
          </a:xfrm>
          <a:prstGeom prst="roundRect">
            <a:avLst>
              <a:gd name="adj" fmla="val 10909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130" y="2833688"/>
            <a:ext cx="1147535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BUDGET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9130" y="3149600"/>
            <a:ext cx="209544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Lowest Fare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9130" y="3616325"/>
            <a:ext cx="209544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Prioritizes raw cost efficiency and secondary airport savings without compromise on reliability.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8914" y="2520057"/>
            <a:ext cx="2514537" cy="2556669"/>
          </a:xfrm>
          <a:prstGeom prst="roundRect">
            <a:avLst>
              <a:gd name="adj" fmla="val 10909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8459" y="2833688"/>
            <a:ext cx="1036810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8459" y="3149600"/>
            <a:ext cx="209544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Shortest Transit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8459" y="3616325"/>
            <a:ext cx="2095448" cy="120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Filters for direct routes and hyper-efficient layovers to protect productive business hours.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2520057"/>
            <a:ext cx="2514537" cy="2556669"/>
          </a:xfrm>
          <a:prstGeom prst="roundRect">
            <a:avLst>
              <a:gd name="adj" fmla="val 10909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7788" y="2833688"/>
            <a:ext cx="1268083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COMFORT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57788" y="3149600"/>
            <a:ext cx="209544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Fewer Stops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7788" y="3616325"/>
            <a:ext cx="209544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Minimizes transfer friction, terminal changes, and self-transfer baggage rechecks.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67573" y="2520057"/>
            <a:ext cx="2514537" cy="2556669"/>
          </a:xfrm>
          <a:prstGeom prst="roundRect">
            <a:avLst>
              <a:gd name="adj" fmla="val 10909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7118" y="2833688"/>
            <a:ext cx="1133447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77118" y="3149600"/>
            <a:ext cx="209544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Preferred Hubs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7118" y="3616325"/>
            <a:ext cx="209544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Locks selections to preferred airline alliances and preferred metropolitan departure airports.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585" y="6469261"/>
            <a:ext cx="17137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Flight Route Planner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8041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70823" y="609600"/>
            <a:ext cx="771128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End-To-End 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35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search results to a trip you can trust.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1742976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three-stage guided pipeline turns high-dimensional flight data into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271216"/>
            <a:ext cx="3454314" cy="2069405"/>
          </a:xfrm>
          <a:prstGeom prst="roundRect">
            <a:avLst>
              <a:gd name="adj" fmla="val 13256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556966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4529" y="2805906"/>
            <a:ext cx="2984326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2868116"/>
            <a:ext cx="29844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Set Preferences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4529" y="3334841"/>
            <a:ext cx="2984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origin cities, date ranges, and personal travel constraints on an interactive map canvas.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8691" y="2271216"/>
            <a:ext cx="3454314" cy="2069405"/>
          </a:xfrm>
          <a:prstGeom prst="roundRect">
            <a:avLst>
              <a:gd name="adj" fmla="val 13256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3635" y="2556966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03635" y="2805906"/>
            <a:ext cx="2984326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3635" y="2868116"/>
            <a:ext cx="29844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Evaluate Options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3635" y="3334841"/>
            <a:ext cx="2984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Compare algorithmically scored flight corridors detailing duration, risk index, and fare history.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7797" y="2271216"/>
            <a:ext cx="3454314" cy="2069405"/>
          </a:xfrm>
          <a:prstGeom prst="roundRect">
            <a:avLst>
              <a:gd name="adj" fmla="val 13256"/>
            </a:avLst>
          </a:prstGeom>
          <a:solidFill>
            <a:srgbClr val="EEEEF2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2741" y="2556966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62741" y="2805906"/>
            <a:ext cx="2984326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9" name="Text 17"/>
          <p:cNvSpPr/>
          <p:nvPr/>
        </p:nvSpPr>
        <p:spPr>
          <a:xfrm>
            <a:off x="8362741" y="2868116"/>
            <a:ext cx="29844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Save &amp; Monitor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2741" y="3334841"/>
            <a:ext cx="2984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Lock your itinerary with real-time schedule tracking, gate changes, and automated price drop alerts.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6469261"/>
            <a:ext cx="17137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Flight Route Planner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94891"/>
            <a:ext cx="14305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Decision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97174" y="1194891"/>
            <a:ext cx="39340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Visible Trade-offs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547912"/>
            <a:ext cx="5821614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better decision, made visible.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283222"/>
            <a:ext cx="582161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Side-by-side transparency reveals why our recommended flight balances total cost and passenger well-being.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15642"/>
          <a:ext cx="5821614" cy="914400"/>
        </p:xfrm>
        <a:graphic>
          <a:graphicData uri="http://schemas.openxmlformats.org/drawingml/2006/table">
            <a:tbl>
              <a:tblPr/>
              <a:tblGrid>
                <a:gridCol w="1862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6214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Option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6214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Price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6214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Duration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62142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Stops &amp; Airport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Recommended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Smart balance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$680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9h 45m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 stop (1h 20m, LHR)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4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Fastest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Direct non-stop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$1,140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8h 15m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Direct (JFK → CDG)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Economy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Ultra-budget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$520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15h 30m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C6C6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 stops (Airport change)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69261"/>
            <a:ext cx="17137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Flight Route Planner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61122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1310" y="2721273"/>
            <a:ext cx="5029074" cy="1663700"/>
          </a:xfrm>
          <a:prstGeom prst="roundRect">
            <a:avLst>
              <a:gd name="adj" fmla="val 49999"/>
            </a:avLst>
          </a:prstGeom>
          <a:solidFill>
            <a:srgbClr val="EEEEF2"/>
          </a:solidFill>
          <a:ln w="6350">
            <a:solidFill>
              <a:srgbClr val="AFC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1654" y="2848273"/>
            <a:ext cx="4508387" cy="1409700"/>
          </a:xfrm>
          <a:prstGeom prst="rect">
            <a:avLst/>
          </a:prstGeom>
          <a:noFill/>
          <a:ln/>
        </p:spPr>
        <p:txBody>
          <a:bodyPr wrap="none" lIns="0" tIns="234944" rIns="0" bIns="234944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400" dirty="0">
                <a:solidFill>
                  <a:srgbClr val="1D1D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35" y="4543723"/>
            <a:ext cx="10972526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Let’s make every flight easier to plan.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 Tight</vt:lpstr>
      <vt:lpstr>Arial</vt:lpstr>
      <vt:lpstr>Heebo Light</vt:lpstr>
      <vt:lpstr>Heebo</vt:lpstr>
      <vt:lpstr>Heebo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Kailash Vadlakonda</cp:lastModifiedBy>
  <cp:revision>1</cp:revision>
  <dcterms:created xsi:type="dcterms:W3CDTF">2026-10-03T06:25:28Z</dcterms:created>
  <dcterms:modified xsi:type="dcterms:W3CDTF">2026-10-03T06:47:30Z</dcterms:modified>
</cp:coreProperties>
</file>